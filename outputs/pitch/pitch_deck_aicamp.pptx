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ระบบพยากรณ์ PM2.5 และวิเคราะห์แหล่งกำเนิด
ด้วย Explainable STGNN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สำหรับ 9 จังหวัดภาคเหนือ — พยากรณ์ล่วงหน้า + ระบุแหล่งกำเนิดที่อธิบายได้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NSC 2026 — หมวด 14  |  นำเสนอ 2–3 ก.ค. 2569  |  [ชื่อทีม / ผู้นำเสนอ]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ปัญหา &amp; ผลกระทบ (Social)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วิกฤตหมอกควัน PM2.5 ภาคเหนือ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ทุกฤดูแล้ง ภาคเหนือเผชิญวิกฤตหมอกควัน PM2.5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มี.ค. 2024 เชียงใหม่วัดได้ 141–144 µg/m³ — สูงกว่าค่าแนะนำ WHO เกือบ 10 เท่า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กระทบสุขภาพประชาชนหลายล้านคน + การท่องเที่ยว + เศรษฐกิจ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ปัญหาหลัก: ไม่รู้ล่วงหน้า และไม่รู้ว่าฝุ่นมาจากไหน → ตัดสินใจเชิงนโยบายยาก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ช่องว่างของเครื่องมือปัจจุบัน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ตั้งรับ — ไม่พยากรณ์ ไม่บอกแหล่งที่มา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เว็บ AQI / การแจ้งเตือน คพ. = ระบบตั้งรับ บอกแค่ค่าปัจจุบัน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ไม่พยากรณ์ล่วงหน้า และไม่ระบุสัดส่วนแหล่งกำเนิดไฟ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เราสร้างระบบที่ทำทั้งสองอย่าง: พยากรณ์ + อธิบายแหล่งที่มา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3 จุดใหม่ (Creativity)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สามนวัตกรรมหลัก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Wind-aware dynamic graph — เส้นเชื่อมสถานีปรับตามทิศลม ERA5 รายชั่วโมง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FIRMS hotspot เป็น node ในกราฟ — จุดความร้อนดาวเทียม NASA เป็นต้นทางไฟโดยตรง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Graph-based Integrated Gradients — อธิบายว่าการพยากรณ์มาจากแหล่งใด/ประเทศใด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สถาปัตยกรรม &amp; สาธิต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MTGNN + กราฟ 3 ชนิดเส้นเชื่อม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โมเดล MTGNN: 18 สถานี + โหนด hotspot ผ่าน 3 ชนิดเส้นเชื่อม (พื้นที่ / ลม / ไฟ)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พยากรณ์ 4 ช่วง: 6, 12, 24, 48 ชั่วโมง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[สาธิต dashboard สด: แผนที่พยากรณ์ 18 สถานี → แท็บ Source Attribution]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ระบบรันได้จริง ไม่ใช่แค่ตัวเลขบนกระดาษ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ผลลัพธ์จริง (Technical)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วัดอย่างเป็นระบบ + ซื่อสัตย์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วัดบนข้อมูลปี 2025 (3,637 ตัวอย่าง, 18 สถานี) เทียบ baseline persistence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48 ชม. (ช่วงเตือนภัยสำคัญสุด): MTGNN RMSE 12.68 vs persistence 12.99 µg/m³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ช่วงสั้น 6–12 ชม.: persistence ยังเหนือกว่า (PM2.5 autocorrelation สูง) — ตรงกับงาน PM2.5-GNN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ระบบ Hybrid: persistence ช่วงสั้น + MTGNN ช่วงยาว → ดีเท่าหรือดีกว่า baseline ทุกช่วง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ความซื่อสัตย์: ตรวจพบและแก้ denorm bug หลังส่ง proposal; ทุกผลลัพธ์ reproduce 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XAI / แหล่งกำเนิด  ★ จุดขายหลัก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ระบุแหล่งกำเนิด — สิ่งที่ baseline ทำไม่ได้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สิ่งที่ persistence / โมเดลทั่วไปทำไม่ได้ = การระบุแหล่งกำเนิด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เชียงใหม่ (กลางเมือง) มี.ค. 2024: ไฟในไทยเป็นหลัก ~100% — FRP ไทยสูงกว่าเมียนมา 128×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–  ช่อง hotspot เพิ่มค่าพยากรณ์ ~3.5 µg/m³; Integrated Gradients → ความชื้น/อุณหภูมิ (d2m, t2m)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แม่ฮ่องสอน (ชายแดน) — held-out 2025-02-16: ไฟใกล้ชายแดนเป็นของเมียนมา ~37% → โมเดลชี้เมียนมา ~37%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–  สอดคล้องกับสัดส่วนไฟจริง — ระบบจับฝุ่นข้ามแดนได้ “เมื่อ-และที่-ไหน” มันเกิด; กลางเมืองคือไฟไทยจริง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AI Governance &amp; ข้อจำกัด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ใช้ AI อย่างรับผิดชอบ + โปร่งใส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ERA5 มี latency → ระบบจริงต้องใช้ NWP forecast; วัดผลแล้ว: edge 48h ทนได้เมื่อ noise &lt; 0.5× ความผันผวนธรรมชาติ (ที่ 0.5× เริ่มแพ้)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Attribution = การประมาณจากโมเดล ตรวจเทียบข้อมูลไฟจริง FIRMS — ไม่ใช่การวัดตรง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–  สื่อสารพร้อมความไม่แน่นอน และไม่ควรใช้กล่าวโทษเชิงการทูต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ใช้เฉพาะข้อมูลสาธารณะ ไม่มีข้อมูลส่วนบุคคล วิธีการ reproduce ได้ทั้งหมด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FE6EA"/>
                </a:solidFill>
                <a:latin typeface="Leelawadee"/>
                <a:ea typeface="Leelawadee"/>
                <a:cs typeface="Leelawadee"/>
              </a:rPr>
              <a:t>สรุป &amp; ต่อยอด</a:t>
            </a:r>
          </a:p>
          <a:p>
            <a:r>
              <a:rPr sz="2700" b="1">
                <a:solidFill>
                  <a:srgbClr val="FFFFFF"/>
                </a:solidFill>
                <a:latin typeface="Leelawadee"/>
                <a:ea typeface="Leelawadee"/>
                <a:cs typeface="Leelawadee"/>
              </a:rPr>
              <a:t>เตือนภัยล่วงหน้า + ระบุแหล่งกำเนิด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ระบบให้การเตือนภัยหมอกควันล่วงหน้า + ระบุแหล่งกำเนิด สำหรับ 9 จังหวัดภาคเหนือ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ต่อยอด: เพิ่มสถานี คพ., ต่อ NWP forecast จริง, ขยายไปภูมิภาคอื่น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Leelawadee"/>
                <a:ea typeface="Leelawadee"/>
                <a:cs typeface="Leelawadee"/>
              </a:rPr>
              <a:t>•  ขอบคุณครับ / ค่ะ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ระบบพยากรณ์ PM2.5 + วิเคราะห์แหล่งกำเนิด (Explainable STGNN)  |  NSC 2026 หมวด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Leelawadee"/>
                <a:ea typeface="Leelawadee"/>
                <a:cs typeface="Leelawadee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